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3A5F"/>
                </a:solidFill>
              </a:defRPr>
            </a:pPr>
            <a:r>
              <a:t>Оценка кредитного риска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55555"/>
                </a:solidFill>
              </a:defRPr>
            </a:pPr>
            <a:r>
              <a:t>Построение скоринговой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Выполнил: Козаченко Сергей Александрович</a:t>
            </a:r>
          </a:p>
          <a:p>
            <a:r>
              <a:t>Группа: МИБСИ261</a:t>
            </a:r>
          </a:p>
          <a:p>
            <a:r>
              <a:t>Проверил: Лебедев Олег Борисович</a:t>
            </a:r>
          </a:p>
          <a:p>
            <a:r>
              <a:t>Год: 2026</a:t>
            </a:r>
          </a:p>
          <a:p>
            <a:pPr algn="ctr">
              <a:defRPr sz="1600"/>
            </a:pPr>
            <a:r>
              <a:t>Группа: МИБСИ261</a:t>
            </a:r>
          </a:p>
          <a:p>
            <a:pPr algn="ctr">
              <a:defRPr sz="1600"/>
            </a:pPr>
            <a:r>
              <a:t>Проверил: Лебедев Олег Борисович</a:t>
            </a:r>
          </a:p>
          <a:p>
            <a:pPr algn="ctr">
              <a:defRPr sz="1600"/>
            </a:pPr>
            <a:r>
              <a:t>Год: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BFF"/>
                </a:solidFill>
              </a:defRPr>
            </a:pPr>
            <a:r>
              <a:t>https://github.com/molot88888888-spec/credit-scoring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Что делаем: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Бинарная классификация: предсказать вероятность дефолта заёмщика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Вход: 23 признака (лимит, возраст, история платежей, суммы счетов)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Выход: вероятность дефолта → скоринговый балл 300–850</a:t>
            </a:r>
          </a:p>
          <a:p>
            <a:pPr>
              <a:defRPr sz="1600">
                <a:solidFill>
                  <a:srgbClr val="222222"/>
                </a:solidFill>
              </a:defRPr>
            </a:pP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Почему это важно: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Удержать клиента дешевле, чем привлечь нового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Банк должен оценить риск до выдачи кредита</a:t>
            </a:r>
          </a:p>
          <a:p>
            <a:pPr>
              <a:defRPr sz="1600">
                <a:solidFill>
                  <a:srgbClr val="222222"/>
                </a:solidFill>
              </a:defRPr>
            </a:pP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Ключевые особенности: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Дисбаланс классов: дефолтов ~22%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Интерпретируемость: решения должны быть объяснимы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 Асимметрия ошибок: выдать кредит мошеннику дороже, чем отказать надёжному</a:t>
            </a:r>
          </a:p>
          <a:p>
            <a:pPr>
              <a:defRPr sz="1600">
                <a:solidFill>
                  <a:srgbClr val="222222"/>
                </a:solidFill>
              </a:defRPr>
            </a:pP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Метрики: ROC-AUC, recall, F1, precision (не accuracy!)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Данные и разведочный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Датасет: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Default of Credit Card Clients (UCI, Тайвань, 2005)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30 000 клиентов, 23 признака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Метка: 0 — вернул, 1 — дефолт</a:t>
            </a:r>
          </a:p>
          <a:p>
            <a:pPr>
              <a:defRPr sz="1500">
                <a:solidFill>
                  <a:srgbClr val="222222"/>
                </a:solidFill>
              </a:defRPr>
            </a:pP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Что показал анализ: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Дисбаланс классов: 22% дефолтов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PAY_0 — главный признак: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     PAY_0 = -2 (нет долга) → 14% дефолтов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     PAY_0 = 2 (просрочка 2 мес.) → 69% дефолтов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•  Слабые признаки: EDUCATION, SEX, MARRIAGE</a:t>
            </a:r>
          </a:p>
        </p:txBody>
      </p:sp>
      <p:pic>
        <p:nvPicPr>
          <p:cNvPr id="4" name="Picture 3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657600"/>
          </a:xfrm>
          <a:prstGeom prst="rect">
            <a:avLst/>
          </a:prstGeom>
        </p:spPr>
      </p:pic>
      <p:pic>
        <p:nvPicPr>
          <p:cNvPr id="5" name="Picture 4" descr="pay0_default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Модели и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Обучили 4 модели: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LogisticRegression     —  Acc 0.684  Prec 0.373  Rec 0.628  F1 0.468  AUC 0.716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DecisionTree            —  Acc 0.781  Prec 0.505  Rec 0.540  F1 0.522  AUC 0.756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RandomForest            —  Acc 0.802  Prec 0.561  Rec 0.483  F1 0.519  AUC 0.762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GradientBoosting        —  Acc 0.816  Prec 0.657  Rec 0.357  F1 0.463  AUC 0.780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Что важно: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GradientBoosting — лучший по ROC-AUC (0.780)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LogisticRegression — лучший по recall (0.628) и интерпретируем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Для банка критичен recall: пропустить дефолт дороже,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   чем отказать надёжному клиенту</a:t>
            </a:r>
          </a:p>
        </p:txBody>
      </p:sp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Интерпретация: какие признаки влияют на риск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Топ-5 признаков (feature importance):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1. PAY_0 — история платежей (сентябрь)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2. PAY_2 — август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3. PAY_3 — июль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4. LIMIT_BAL — лимит по карте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5. PAY_AMT1 — сумма последнего платежа</a:t>
            </a:r>
          </a:p>
          <a:p>
            <a:pPr>
              <a:defRPr sz="1400">
                <a:solidFill>
                  <a:srgbClr val="222222"/>
                </a:solidFill>
              </a:defRPr>
            </a:pP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SHAP-анализ подтвердил: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Высокий PAY_0 (просрочка) → ↑↑ вероятность дефолта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Высокий LIMIT_BAL → ↓ вероятность дефолта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 SEX, MARRIAGE, EDUCATION — почти не влияют</a:t>
            </a:r>
          </a:p>
          <a:p>
            <a:pPr>
              <a:defRPr sz="1400">
                <a:solidFill>
                  <a:srgbClr val="222222"/>
                </a:solidFill>
              </a:defRPr>
            </a:pP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Практический вывод: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Модель можно упростить, исключив демографические признаки —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это снизит риск дискриминации и не ухудшит качество.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Работающий веб-сервис на Flask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Что сделано: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Flask-приложение с HTML-формой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Все 23 признака с подсказками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Скоринговый балл 300–850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Решение: Одобрить / Одобрить с осторожностью / Отказать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Пример работы: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Надёжный клиент: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LIMIT_BAL = 500 000, AGE = 35, все PAY = -1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Вероятность дефолта: 8%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Скоринговый балл: 803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Решение: Одобрить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Рискованный клиент: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LIMIT_BAL = 20 000, AGE = 22, PAY_0 = 2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Вероятность дефолта: 74%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Скоринговый балл: 442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Решение: Отказать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Код: https://github.com/molot88888888-spec/credit-scoring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Выводы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Что сделано: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Загружен и проанализирован датасет (30 000 клиентов)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Обучены 4 модели классификации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Проведена интерпретация (feature importance + SHAP)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Создан веб-сервис со скоринговым баллом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Код выложен на GitHub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Выводы: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1.  История платежей (PAY_*) — главный фактор риска дефолта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2.  Демографические признаки почти не влияют — их можно исключить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3.  LogisticRegression — оптимальна для скоринга: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    интерпретируема и ловит больше дефолтов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4.  GradientBoosting — лучший по ROC-AUC, но менее объясним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Ограничения: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Датасет из одной страны и одного года (Тайвань, 2005)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Нет внешних данных (кредитная история, макроэкономика)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Модель не учитывает временную динамику</a:t>
            </a:r>
          </a:p>
          <a:p>
            <a:pPr>
              <a:defRPr sz="1300">
                <a:solidFill>
                  <a:srgbClr val="222222"/>
                </a:solidFill>
              </a:defRPr>
            </a:pP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Что дальше: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Добавить SHAP-объяснения в веб-интерфейс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Применить SMOTE для улучшения recall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•  Развернуть на VPS с Nginx + Gunicorn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