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Оценка кредитного риска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Мини-проект по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